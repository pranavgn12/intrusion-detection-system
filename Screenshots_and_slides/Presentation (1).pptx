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8" r:id="rId3"/>
    <p:sldId id="259" r:id="rId4"/>
    <p:sldId id="262" r:id="rId5"/>
    <p:sldId id="256" r:id="rId6"/>
    <p:sldId id="257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A774A-3E94-41FB-93EE-5E249A2361D4}" v="40" dt="2026-05-29T09:22:58.766"/>
    <p1510:client id="{CDF64F7C-F617-40C0-B6DB-628AB455F5DA}" v="256" dt="2026-05-29T08:59:15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32ADFE95-50F5-8110-1CCD-E7A33027D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469571"/>
            <a:ext cx="6096002" cy="306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4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4E4D2CB4-A331-4C57-BB17-BA69C704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694"/>
            <a:ext cx="12192000" cy="616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8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hart of network attacks&#10;&#10;AI-generated content may be incorrect.">
            <a:extLst>
              <a:ext uri="{FF2B5EF4-FFF2-40B4-BE49-F238E27FC236}">
                <a16:creationId xmlns:a16="http://schemas.microsoft.com/office/drawing/2014/main" id="{C8C4F32B-B393-FE2F-1A1C-0C3EB7A85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214" y="794"/>
            <a:ext cx="10368642" cy="686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5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E725-FF83-2196-774B-A2DF6AD8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D5F9-1E3E-0D45-BCC5-DA6B98E4E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82" y="982807"/>
            <a:ext cx="10931236" cy="5875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PortScan</a:t>
            </a:r>
            <a:r>
              <a:rPr lang="en-US" sz="2400" dirty="0">
                <a:latin typeface="Calibri"/>
                <a:ea typeface="Calibri"/>
                <a:cs typeface="Calibri"/>
              </a:rPr>
              <a:t> → Checks many ports on a system to find open services. Like trying many doors to see which are unlocked.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Reconnaissance</a:t>
            </a:r>
            <a:r>
              <a:rPr lang="en-US" sz="2400">
                <a:latin typeface="Calibri"/>
                <a:ea typeface="Calibri"/>
                <a:cs typeface="Calibri"/>
              </a:rPr>
              <a:t> → Collecting information about a target network, devices, or services before an attack. Like scouting the area first.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SYNFlood</a:t>
            </a:r>
            <a:r>
              <a:rPr lang="en-US" sz="2400" dirty="0">
                <a:latin typeface="Calibri"/>
                <a:ea typeface="Calibri"/>
                <a:cs typeface="Calibri"/>
              </a:rPr>
              <a:t> → Sends huge numbers of TCP SYN requests to overload a server and block real users.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UDPFlood</a:t>
            </a:r>
            <a:r>
              <a:rPr lang="en-US" sz="2400" dirty="0">
                <a:latin typeface="Calibri"/>
                <a:ea typeface="Calibri"/>
                <a:cs typeface="Calibri"/>
              </a:rPr>
              <a:t> → Floods a target with large amounts of UDP packets, consuming bandwidth and resources.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ICMPFlood</a:t>
            </a:r>
            <a:r>
              <a:rPr lang="en-US" sz="2400" dirty="0">
                <a:latin typeface="Calibri"/>
                <a:ea typeface="Calibri"/>
                <a:cs typeface="Calibri"/>
              </a:rPr>
              <a:t> → Sends excessive ping (ICMP) requests to slow down or crash a system/network.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ARP_Spoofing</a:t>
            </a:r>
            <a:r>
              <a:rPr lang="en-US" sz="2400" dirty="0">
                <a:latin typeface="Calibri"/>
                <a:ea typeface="Calibri"/>
                <a:cs typeface="Calibri"/>
              </a:rPr>
              <a:t> → Fakes ARP messages on a local network to intercept or redirect traffic. Often used in man-in-the-middle attacks.</a:t>
            </a:r>
          </a:p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Nothing</a:t>
            </a:r>
            <a:r>
              <a:rPr lang="en-US" sz="2400">
                <a:latin typeface="Calibri"/>
                <a:ea typeface="Calibri"/>
                <a:cs typeface="Calibri"/>
              </a:rPr>
              <a:t> → No attack or suspicious behavior detected.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414A24-D141-83EF-FC48-BD332594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91" y="-142875"/>
            <a:ext cx="10515600" cy="1325563"/>
          </a:xfrm>
        </p:spPr>
        <p:txBody>
          <a:bodyPr/>
          <a:lstStyle/>
          <a:p>
            <a:r>
              <a:rPr lang="en-US"/>
              <a:t>Network Attacks</a:t>
            </a:r>
          </a:p>
        </p:txBody>
      </p:sp>
    </p:spTree>
    <p:extLst>
      <p:ext uri="{BB962C8B-B14F-4D97-AF65-F5344CB8AC3E}">
        <p14:creationId xmlns:p14="http://schemas.microsoft.com/office/powerpoint/2010/main" val="287031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935462-824C-B531-2525-E57CACC01EDF}"/>
              </a:ext>
            </a:extLst>
          </p:cNvPr>
          <p:cNvSpPr txBox="1"/>
          <p:nvPr/>
        </p:nvSpPr>
        <p:spPr>
          <a:xfrm>
            <a:off x="323589" y="756781"/>
            <a:ext cx="11972794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packet_count</a:t>
            </a:r>
            <a:r>
              <a:rPr lang="en-US" dirty="0">
                <a:latin typeface="Calibri"/>
                <a:ea typeface="Calibri"/>
                <a:cs typeface="Calibri"/>
              </a:rPr>
              <a:t> — Total number of network packets observed in a time window.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byte_count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Total amount of data transferred, measured in bytes.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packets_per_second</a:t>
            </a:r>
            <a:r>
              <a:rPr lang="en-US" dirty="0">
                <a:latin typeface="Calibri"/>
                <a:ea typeface="Calibri"/>
                <a:cs typeface="Calibri"/>
              </a:rPr>
              <a:t> — Rate of packet transmission per second; useful for detecting floods or bursts.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bytes_per_second</a:t>
            </a:r>
            <a:r>
              <a:rPr lang="en-US" dirty="0">
                <a:latin typeface="Calibri"/>
                <a:ea typeface="Calibri"/>
                <a:cs typeface="Calibri"/>
              </a:rPr>
              <a:t> — Data transfer speed in bytes per second.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tcp_count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Number of TCP packets detected.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udp_count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UDP packets detected.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icmp_count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Number of ICMP packets (like ping requests/replies).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arp_count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ARP packets used for IP-to-MAC address resolution.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syn_count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TCP SYN packets used to start connections; high values may indicate SYN flood attacks.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ack_count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TCP ACK packets acknowledging received data.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rst_count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TCP RST packets used to abruptly terminate connections.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unique_destination_ports</a:t>
            </a:r>
            <a:r>
              <a:rPr lang="en-US" dirty="0">
                <a:latin typeface="Calibri"/>
                <a:ea typeface="Calibri"/>
                <a:cs typeface="Calibri"/>
              </a:rPr>
              <a:t> — Count of different destination ports contacted; high values can indicate port scanning.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unique_destination_ips</a:t>
            </a:r>
            <a:r>
              <a:rPr lang="en-US" dirty="0">
                <a:latin typeface="Calibri"/>
                <a:ea typeface="Calibri"/>
                <a:cs typeface="Calibri"/>
              </a:rPr>
              <a:t> — Count of distinct destination IP addresses contacted; useful for detecting reconnaissance or spreading activity.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new_connections</a:t>
            </a:r>
            <a:r>
              <a:rPr lang="en-US" dirty="0">
                <a:latin typeface="Calibri"/>
                <a:ea typeface="Calibri"/>
                <a:cs typeface="Calibri"/>
              </a:rPr>
              <a:t> — Number of newly established network connections during the observation period. </a:t>
            </a:r>
          </a:p>
          <a:p>
            <a:pPr>
              <a:buFont typeface=""/>
              <a:buChar char="•"/>
            </a:pPr>
            <a:r>
              <a:rPr lang="en-US" dirty="0" err="1">
                <a:latin typeface="Calibri"/>
                <a:ea typeface="Calibri"/>
                <a:cs typeface="Calibri"/>
              </a:rPr>
              <a:t>f</a:t>
            </a:r>
            <a:r>
              <a:rPr lang="en-US" b="1" dirty="0" err="1">
                <a:latin typeface="Calibri"/>
                <a:ea typeface="Calibri"/>
                <a:cs typeface="Calibri"/>
              </a:rPr>
              <a:t>ailed_connections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Number of connection attempts that failed or were rejected.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syn_ack_ratio</a:t>
            </a:r>
            <a:r>
              <a:rPr lang="en-US" dirty="0">
                <a:latin typeface="Calibri"/>
                <a:ea typeface="Calibri"/>
                <a:cs typeface="Calibri"/>
              </a:rPr>
              <a:t> — Ratio of SYN packets to ACK packets, A very high ratio can indicate incomplete handshakes or SYN flood attacks.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dns_query_count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DNS requests made.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avg_dns_query_length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Average size/length of DNS query names; unusually long queries may indicate tunneling or suspicious activity. </a:t>
            </a:r>
          </a:p>
          <a:p>
            <a:pPr>
              <a:buFont typeface=""/>
              <a:buChar char="•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0C854-C130-BF20-8279-25723A36F403}"/>
              </a:ext>
            </a:extLst>
          </p:cNvPr>
          <p:cNvSpPr txBox="1"/>
          <p:nvPr/>
        </p:nvSpPr>
        <p:spPr>
          <a:xfrm>
            <a:off x="1878904" y="177452"/>
            <a:ext cx="75364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Calibri"/>
                <a:ea typeface="Calibri"/>
                <a:cs typeface="Calibri"/>
              </a:rPr>
              <a:t>Packet </a:t>
            </a:r>
            <a:r>
              <a:rPr lang="en-US" sz="2400" b="1">
                <a:latin typeface="Calibri"/>
                <a:ea typeface="Calibri"/>
                <a:cs typeface="Calibri"/>
              </a:rPr>
              <a:t>features used By model to predict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675A78-C7FF-4660-467F-A504848CEDA1}"/>
              </a:ext>
            </a:extLst>
          </p:cNvPr>
          <p:cNvSpPr txBox="1"/>
          <p:nvPr/>
        </p:nvSpPr>
        <p:spPr>
          <a:xfrm>
            <a:off x="353785" y="1841501"/>
            <a:ext cx="1148442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ssh_connections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Number of SSH protocol connections detected.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ftp_connections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Number of FTP protocol connections detected.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outbound_bytes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Amount of outgoing data sent from the monitored device/network.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inbound_bytes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Amount of incoming data received.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outbound_inbound_ratio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Ratio of outgoing to incoming traffic; abnormal ratios may indicate data exfiltration.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top_destination_port_count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Frequency of traffic to the most targeted destination port.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unique_macs_claiming_same_ip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Number of different MAC addresses using the same IP address; can indicate ARP spoofing or IP conflicts.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label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Target classification/category for the traffic sample (e.g., Normal,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PortScan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SYNFlood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Reconnaissance).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algn="ctr"/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955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5129-5EA3-2E56-5E8C-780F94D8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6B7C8-96F5-A541-1F98-8840C2E17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Cannot inspect encrypted payload contents such as HTTPS or VPN traffic.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Performance depends on the quality and diversity of the training dataset.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May produce false positives on unusual but legitimate traffic.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Primarily detects attack patterns represented in the training data.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Visibility is limited to traffic observed on the monitored interface.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Resource usage increases on high-speed networks.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1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0901-6733-8F90-A1D2-05AAB16C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4738-70A6-9F84-FF2E-35A6F4A6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2612-7710-71C4-9B69-AD1D7806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Integration of deep learning models such as CNNs or LSTMs.</a:t>
            </a:r>
          </a:p>
          <a:p>
            <a:r>
              <a:rPr lang="en-US">
                <a:ea typeface="+mn-lt"/>
                <a:cs typeface="+mn-lt"/>
              </a:rPr>
              <a:t>Automated response mechanisms to block malicious traffic.</a:t>
            </a:r>
          </a:p>
          <a:p>
            <a:r>
              <a:rPr lang="en-US">
                <a:ea typeface="+mn-lt"/>
                <a:cs typeface="+mn-lt"/>
              </a:rPr>
              <a:t>Distributed IDS deployment across multiple hosts.</a:t>
            </a:r>
          </a:p>
          <a:p>
            <a:r>
              <a:rPr lang="en-US" dirty="0">
                <a:ea typeface="+mn-lt"/>
                <a:cs typeface="+mn-lt"/>
              </a:rPr>
              <a:t>Integration with Security Information and Event </a:t>
            </a:r>
            <a:r>
              <a:rPr lang="en-US">
                <a:ea typeface="+mn-lt"/>
                <a:cs typeface="+mn-lt"/>
              </a:rPr>
              <a:t>Management platforms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Improved feature extraction and behavioral analysis.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4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Network Attacks</vt:lpstr>
      <vt:lpstr>PowerPoint Presentation</vt:lpstr>
      <vt:lpstr>PowerPoint Presentation</vt:lpstr>
      <vt:lpstr>Limitations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98</cp:revision>
  <dcterms:created xsi:type="dcterms:W3CDTF">2026-05-29T08:10:50Z</dcterms:created>
  <dcterms:modified xsi:type="dcterms:W3CDTF">2026-05-29T09:23:50Z</dcterms:modified>
</cp:coreProperties>
</file>